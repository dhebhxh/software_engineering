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75428-4667-4DEB-4956-0CF983DE9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D5C1E8-57D1-A05D-2722-7B6129D0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3D7176-12DC-9455-381A-BC425BEA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F640E2-0B2A-D20A-593E-5ED45936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ED62A-91A9-4E14-0F88-6AEC0F62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6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145E9-F60D-5784-86A4-0F768A2D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078CB-0FBD-E5D5-32D6-82A1D084A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D8325-7304-E859-73F8-21AA2B47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7964F-30CE-887A-B9A5-32D850A2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DE297-B8F6-8E64-8561-12B3D71D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61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E0341-F310-9AFF-AB63-E9E134EA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C2AC3-2DB9-41E7-074B-382C92A99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5D6436-159D-E896-9888-CF45CDED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FFEA93-0D75-393C-D34D-0AB48A34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93079-80AD-7984-832F-A89A5846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7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43D8B-FBDF-1555-8225-78D7226F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0252E-BBA9-341C-18E0-EF6A79C06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D53FE-05BF-7818-6534-F48FE55DA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23C95E-4DF7-AC04-D855-246F4102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BE11B1-A915-73C5-80C4-D794CB9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2C8420-7533-7571-C405-6492D8C4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90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EB2C1-F307-648F-EDD4-6C8F3018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8E4861-828D-1A8F-3526-F1B50546E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46952F-63EE-6948-51FA-2CB47200F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4C6803-7BD2-7A98-52D6-3E5708852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CC31A3-7948-F7CD-D64D-B3455FF94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C33EE0-A396-212B-14D7-15C73F5C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F90C39-F915-51D2-59E5-80B1B0C5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28CF49-A7E9-88FE-4E45-968FC046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73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9A48B-4AF5-2E6A-CA4B-93AAD32F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A10C06-892A-2B2F-0173-69251BF0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F81994-DD69-4751-99C1-259463C5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0F2E92-95D9-D6E8-5FE4-AA79EE13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23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86E4B9-05A5-5834-D1A1-40ED0AEA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2EFA62-45A6-3B94-7B20-E30F7E0B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EFA706-A861-5578-9165-A7861D5B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12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8C59A-ED33-2CED-01FC-8E7FB5D4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D03D63-7049-1E09-F155-170C16757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CB095D-3470-A55B-2894-99B672494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0B8C80-E9B7-BB8B-F44B-A49CD41E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14DCC9-8CD6-2184-D7A1-D03D7E7D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A7F361-7D74-F570-5F04-6690E934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44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8686D-7B95-62BC-7B64-BDEF72C6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5106B0-366A-0BC7-846A-E5134F3BD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CFB413-AF88-F985-1C1E-D34594644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CC8BD-737F-13A8-95C3-489277CF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C4C530-F8A7-CFAD-24B0-7F5CC4B2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1D4B86-D509-0822-C026-3A8A94A5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3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F4B9A-00C8-F16A-CC85-E9376C6F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29493E-CC27-4AAC-FEDC-FFD42F18B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E0230A-57EC-0F77-4C09-B52AF460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35A55-1D97-E379-2151-9422BAB1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3B488-C7C8-B3CE-F3B6-4115086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72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573FAE-C059-8CFE-5867-00B5832B0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895227-EB86-B409-BFF0-60359251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878A8D-844B-358D-DA7E-E5EF5CD9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F286E1-F8DC-4601-F328-684F03BA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61916-8A93-6826-9EA5-631DC605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12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4459DF-81A2-8445-49C3-B535C106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00FE8-74D4-B35E-A377-B6FED39F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987654-E719-2B99-3B5C-6C813490E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6161D-6429-4B29-BE62-9716DFA6061B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43984-2DF5-632F-E0AF-7453ECEE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90DE1-8020-26CA-85E7-25E9B498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5B2E3-ED7E-4033-8BA1-B8AF8E59F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05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2734A-B6DC-1FB1-7856-BF71B3B4C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E3BBFE-84A8-FADC-3818-ECA18D0ADB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07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5DC47-E916-4B55-6DA4-EC14A342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自动战斗射击</a:t>
            </a:r>
            <a:r>
              <a:rPr lang="en-US" altLang="zh-CN" dirty="0"/>
              <a:t>+</a:t>
            </a:r>
            <a:r>
              <a:rPr lang="zh-CN" altLang="en-US" dirty="0"/>
              <a:t>随即构筑</a:t>
            </a:r>
            <a:r>
              <a:rPr lang="en-US" altLang="zh-CN" dirty="0"/>
              <a:t>+</a:t>
            </a:r>
            <a:r>
              <a:rPr lang="zh-CN" altLang="en-US" dirty="0"/>
              <a:t>肉鸽游戏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2E355-6507-59B7-4F01-86E6429B4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product or service</a:t>
            </a:r>
            <a:r>
              <a:rPr lang="zh-CN" altLang="en-US" dirty="0"/>
              <a:t>：游戏本身</a:t>
            </a:r>
            <a:endParaRPr lang="en-US" altLang="zh-CN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：玩家</a:t>
            </a:r>
            <a:endParaRPr lang="en-US" altLang="zh-CN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containing system</a:t>
            </a:r>
            <a:r>
              <a:rPr lang="zh-CN" altLang="en-US" dirty="0"/>
              <a:t>：开发团队、教师</a:t>
            </a:r>
            <a:endParaRPr lang="en-US" altLang="zh-CN" dirty="0"/>
          </a:p>
          <a:p>
            <a:r>
              <a:rPr lang="en-US" altLang="zh-CN" dirty="0"/>
              <a:t>The wider environment: </a:t>
            </a:r>
            <a:r>
              <a:rPr lang="zh-CN" altLang="en-US" dirty="0"/>
              <a:t>竞品</a:t>
            </a:r>
            <a:endParaRPr lang="en-US" altLang="zh-CN" dirty="0"/>
          </a:p>
          <a:p>
            <a:r>
              <a:rPr lang="zh-CN" altLang="en-US" dirty="0"/>
              <a:t>肉鸽游戏特点：</a:t>
            </a:r>
            <a:endParaRPr lang="en-US" altLang="zh-CN" dirty="0"/>
          </a:p>
          <a:p>
            <a:pPr lvl="1"/>
            <a:r>
              <a:rPr lang="zh-CN" altLang="en-US" dirty="0"/>
              <a:t>随机性</a:t>
            </a:r>
            <a:endParaRPr lang="en-US" altLang="zh-CN" dirty="0"/>
          </a:p>
          <a:p>
            <a:pPr lvl="1"/>
            <a:r>
              <a:rPr lang="zh-CN" altLang="en-US" dirty="0"/>
              <a:t>每局从零开始</a:t>
            </a:r>
            <a:endParaRPr lang="en-US" altLang="zh-CN" dirty="0"/>
          </a:p>
          <a:p>
            <a:pPr lvl="1"/>
            <a:r>
              <a:rPr lang="zh-CN" altLang="en-US" dirty="0"/>
              <a:t>构筑变化</a:t>
            </a:r>
            <a:endParaRPr lang="en-US" altLang="zh-CN" dirty="0"/>
          </a:p>
          <a:p>
            <a:pPr lvl="1"/>
            <a:r>
              <a:rPr lang="zh-CN" altLang="en-US" dirty="0"/>
              <a:t>高重复可玩性</a:t>
            </a:r>
          </a:p>
        </p:txBody>
      </p:sp>
    </p:spTree>
    <p:extLst>
      <p:ext uri="{BB962C8B-B14F-4D97-AF65-F5344CB8AC3E}">
        <p14:creationId xmlns:p14="http://schemas.microsoft.com/office/powerpoint/2010/main" val="253362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798B9-7766-FBB2-D964-E17F68FA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78CA4-8CB1-5DF9-2CD0-DC3729C64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我希望角色能自动攻击敌人，以便我能专注于移动</a:t>
            </a:r>
            <a:endParaRPr lang="en-US" altLang="zh-CN" dirty="0"/>
          </a:p>
          <a:p>
            <a:r>
              <a:rPr lang="zh-CN" altLang="en-US" dirty="0"/>
              <a:t>我希望在角色装备新物品时能看到外观变化，以便获得更真实的沉浸感和反馈体验</a:t>
            </a:r>
            <a:endParaRPr lang="en-US" altLang="zh-CN" dirty="0"/>
          </a:p>
          <a:p>
            <a:r>
              <a:rPr lang="zh-CN" altLang="en-US" dirty="0"/>
              <a:t>我希望能提升角色的属性（如攻速、暴击、闪避），以便在后期面对更强的敌人</a:t>
            </a:r>
            <a:endParaRPr lang="en-US" altLang="zh-CN" dirty="0"/>
          </a:p>
          <a:p>
            <a:r>
              <a:rPr lang="zh-CN" altLang="en-US" dirty="0"/>
              <a:t>我希望能购买和装备不同武器，以便打造属于自己的战斗风格</a:t>
            </a:r>
            <a:endParaRPr lang="en-US" altLang="zh-CN" dirty="0"/>
          </a:p>
          <a:p>
            <a:r>
              <a:rPr lang="zh-CN" altLang="en-US" dirty="0"/>
              <a:t>我希望子弹打到墙上时能出现碎裂效果，以便获得更真实、更有反馈感的战斗体验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17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0C4BE-FD7C-BE2A-EB7F-04D3DF3C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C2B56-2218-6078-648A-F2A73B38A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我希望即使前期构筑不完美，我也能靠技术、判断、操作把局面救回来，以便保持玩家的掌控感与可逆性，而不是被随机性提前淘汰</a:t>
            </a:r>
            <a:endParaRPr lang="en-US" altLang="zh-CN" dirty="0"/>
          </a:p>
          <a:p>
            <a:r>
              <a:rPr lang="zh-CN" altLang="en-US" dirty="0"/>
              <a:t>我希望游戏的后期强度不依赖少数关键道具，而是让玩家即使没有抽到核心组件，也能通过技术、泛用属性或替代方案维持竞争力，以便保证玩家的前中期投入能够产生稳定的回报与可持续的成长感</a:t>
            </a:r>
            <a:endParaRPr lang="en-US" altLang="zh-CN" dirty="0"/>
          </a:p>
          <a:p>
            <a:r>
              <a:rPr lang="zh-CN" altLang="en-US" dirty="0"/>
              <a:t>我希望可以刷新商店里面的道具，以便玩家加速构筑的进度</a:t>
            </a:r>
          </a:p>
        </p:txBody>
      </p:sp>
    </p:spTree>
    <p:extLst>
      <p:ext uri="{BB962C8B-B14F-4D97-AF65-F5344CB8AC3E}">
        <p14:creationId xmlns:p14="http://schemas.microsoft.com/office/powerpoint/2010/main" val="110334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32171-04AA-C94B-E6FA-49CECF4D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2AC7F-FB2C-DCEB-6C3A-8B340739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我希望有存档机制，以便退出后可以继续之前的对局</a:t>
            </a:r>
            <a:endParaRPr lang="en-US" altLang="zh-CN" dirty="0"/>
          </a:p>
          <a:p>
            <a:r>
              <a:rPr lang="zh-CN" altLang="en-US" dirty="0"/>
              <a:t>我希望能有更多地图，以便增加新鲜感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880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C21D2-2923-959E-31A7-81028CD5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1EE70B-48C6-78D1-81D3-BC8C0978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生成关卡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辅助构筑推荐，系统根据玩家当前构筑推荐武器，道具，流派方向</a:t>
            </a:r>
            <a:endParaRPr lang="en-US" altLang="zh-CN" dirty="0"/>
          </a:p>
          <a:p>
            <a:r>
              <a:rPr lang="zh-CN" altLang="en-US" dirty="0"/>
              <a:t>多人联机（本地或局域网联机）</a:t>
            </a:r>
            <a:endParaRPr lang="en-US" altLang="zh-CN" dirty="0"/>
          </a:p>
          <a:p>
            <a:r>
              <a:rPr lang="zh-CN" altLang="en-US" dirty="0"/>
              <a:t>更真实的物理引擎：可破坏地形，粒子、流体物理</a:t>
            </a:r>
            <a:endParaRPr lang="en-US" altLang="zh-CN" dirty="0"/>
          </a:p>
          <a:p>
            <a:r>
              <a:rPr lang="zh-CN" altLang="en-US" dirty="0"/>
              <a:t>自动化平衡工具：自动模拟</a:t>
            </a:r>
            <a:r>
              <a:rPr lang="en-US" altLang="zh-CN" dirty="0"/>
              <a:t>1000</a:t>
            </a:r>
            <a:r>
              <a:rPr lang="zh-CN" altLang="en-US" dirty="0"/>
              <a:t>局，分析胜率，调整数值</a:t>
            </a:r>
          </a:p>
        </p:txBody>
      </p:sp>
    </p:spTree>
    <p:extLst>
      <p:ext uri="{BB962C8B-B14F-4D97-AF65-F5344CB8AC3E}">
        <p14:creationId xmlns:p14="http://schemas.microsoft.com/office/powerpoint/2010/main" val="19644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344</Words>
  <Application>Microsoft Office PowerPoint</Application>
  <PresentationFormat>宽屏</PresentationFormat>
  <Paragraphs>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自动战斗射击+随即构筑+肉鸽游戏</vt:lpstr>
      <vt:lpstr>PowerPoint 演示文稿</vt:lpstr>
      <vt:lpstr>PowerPoint 演示文稿</vt:lpstr>
      <vt:lpstr>PowerPoint 演示文稿</vt:lpstr>
      <vt:lpstr>挑战：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c23190</dc:creator>
  <cp:lastModifiedBy>c23190</cp:lastModifiedBy>
  <cp:revision>2</cp:revision>
  <dcterms:created xsi:type="dcterms:W3CDTF">2026-01-21T18:42:57Z</dcterms:created>
  <dcterms:modified xsi:type="dcterms:W3CDTF">2026-01-22T09:41:04Z</dcterms:modified>
</cp:coreProperties>
</file>