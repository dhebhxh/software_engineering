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6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A75428-4667-4DEB-4956-0CF983DE9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2D5C1E8-57D1-A05D-2722-7B6129D099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3D7176-12DC-9455-381A-BC425BEA3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F640E2-0B2A-D20A-593E-5ED459366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7ED62A-91A9-4E14-0F88-6AEC0F629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364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7145E9-F60D-5784-86A4-0F768A2D9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0078CB-0FBD-E5D5-32D6-82A1D084A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8D8325-7304-E859-73F8-21AA2B475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37964F-30CE-887A-B9A5-32D850A2A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07DE297-B8F6-8E64-8561-12B3D71D2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610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EE0341-F310-9AFF-AB63-E9E134EA9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91C2AC3-2DB9-41E7-074B-382C92A99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5D6436-159D-E896-9888-CF45CDED1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FFEA93-0D75-393C-D34D-0AB48A343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593079-80AD-7984-832F-A89A58466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1376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043D8B-FBDF-1555-8225-78D7226F5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8D0252E-BBA9-341C-18E0-EF6A79C06D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F4D53FE-05BF-7818-6534-F48FE55DA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323C95E-4DF7-AC04-D855-246F41026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BE11B1-A915-73C5-80C4-D794CB9F6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72C8420-7533-7571-C405-6492D8C44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5903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EB2C1-F307-648F-EDD4-6C8F30182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88E4861-828D-1A8F-3526-F1B50546E0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46952F-63EE-6948-51FA-2CB47200F7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54C6803-7BD2-7A98-52D6-3E57088523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BCC31A3-7948-F7CD-D64D-B3455FF945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9C33EE0-A396-212B-14D7-15C73F5C9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4F90C39-F915-51D2-59E5-80B1B0C55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528CF49-A7E9-88FE-4E45-968FC0461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3738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B9A48B-4AF5-2E6A-CA4B-93AAD32F5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3A10C06-892A-2B2F-0173-69251BF0C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CF81994-DD69-4751-99C1-259463C58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90F2E92-95D9-D6E8-5FE4-AA79EE138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4723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786E4B9-05A5-5834-D1A1-40ED0AEA6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92EFA62-45A6-3B94-7B20-E30F7E0B5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EFA706-A861-5578-9165-A7861D5B5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0123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C8C59A-ED33-2CED-01FC-8E7FB5D40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4D03D63-7049-1E09-F155-170C16757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2CB095D-3470-A55B-2894-99B6724947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0B8C80-E9B7-BB8B-F44B-A49CD41E5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714DCC9-8CD6-2184-D7A1-D03D7E7D1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0A7F361-7D74-F570-5F04-6690E934D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4446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48686D-7B95-62BC-7B64-BDEF72C6B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C5106B0-366A-0BC7-846A-E5134F3BDD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9CFB413-AF88-F985-1C1E-D34594644B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5CC8BD-737F-13A8-95C3-489277CFB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6C4C530-F8A7-CFAD-24B0-7F5CC4B24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31D4B86-D509-0822-C026-3A8A94A5D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835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FF4B9A-00C8-F16A-CC85-E9376C6F7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D29493E-CC27-4AAC-FEDC-FFD42F18B3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E0230A-57EC-0F77-4C09-B52AF4606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F35A55-1D97-E379-2151-9422BAB1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3A3B488-C7C8-B3CE-F3B6-4115086D0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6726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D573FAE-C059-8CFE-5867-00B5832B04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9895227-EB86-B409-BFF0-60359251A5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878A8D-844B-358D-DA7E-E5EF5CD9F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F286E1-F8DC-4601-F328-684F03BA2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D61916-8A93-6826-9EA5-631DC605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125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34459DF-81A2-8445-49C3-B535C106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AD00FE8-74D4-B35E-A377-B6FED39F4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987654-E719-2B99-3B5C-6C813490EA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76161D-6429-4B29-BE62-9716DFA6061B}" type="datetimeFigureOut">
              <a:rPr lang="zh-CN" altLang="en-US" smtClean="0"/>
              <a:t>2026/1/29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243984-2DF5-632F-E0AF-7453ECEE70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C90DE1-8020-26CA-85E7-25E9B498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55B2E3-ED7E-4033-8BA1-B8AF8E59F6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7050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A2734A-B6DC-1FB1-7856-BF71B3B4C1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1E3BBFE-84A8-FADC-3818-ECA18D0ADB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9075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75DC47-E916-4B55-6DA4-EC14A342F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自动战斗射击</a:t>
            </a:r>
            <a:r>
              <a:rPr lang="en-US" altLang="zh-CN" dirty="0"/>
              <a:t>+</a:t>
            </a:r>
            <a:r>
              <a:rPr lang="zh-CN" altLang="en-US" dirty="0"/>
              <a:t>随即构筑</a:t>
            </a:r>
            <a:r>
              <a:rPr lang="en-US" altLang="zh-CN" dirty="0"/>
              <a:t>+</a:t>
            </a:r>
            <a:r>
              <a:rPr lang="zh-CN" altLang="en-US" dirty="0"/>
              <a:t>肉鸽游戏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F2E355-6507-59B7-4F01-86E6429B4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The product or service</a:t>
            </a:r>
            <a:r>
              <a:rPr lang="zh-CN" altLang="en-US" dirty="0"/>
              <a:t>：游戏本身</a:t>
            </a:r>
            <a:endParaRPr lang="en-US" altLang="zh-CN" dirty="0"/>
          </a:p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system</a:t>
            </a:r>
            <a:r>
              <a:rPr lang="zh-CN" altLang="en-US" dirty="0"/>
              <a:t>：玩家</a:t>
            </a:r>
            <a:endParaRPr lang="en-US" altLang="zh-CN" dirty="0"/>
          </a:p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containing system</a:t>
            </a:r>
            <a:r>
              <a:rPr lang="zh-CN" altLang="en-US" dirty="0"/>
              <a:t>：开发团队、教师</a:t>
            </a:r>
            <a:endParaRPr lang="en-US" altLang="zh-CN" dirty="0"/>
          </a:p>
          <a:p>
            <a:r>
              <a:rPr lang="en-US" altLang="zh-CN" dirty="0"/>
              <a:t>The wider environment: </a:t>
            </a:r>
            <a:r>
              <a:rPr lang="zh-CN" altLang="en-US" dirty="0"/>
              <a:t>竞品</a:t>
            </a:r>
            <a:endParaRPr lang="en-US" altLang="zh-CN" dirty="0"/>
          </a:p>
          <a:p>
            <a:r>
              <a:rPr lang="zh-CN" altLang="en-US" dirty="0"/>
              <a:t>肉鸽游戏特点：</a:t>
            </a:r>
            <a:endParaRPr lang="en-US" altLang="zh-CN" dirty="0"/>
          </a:p>
          <a:p>
            <a:pPr lvl="1"/>
            <a:r>
              <a:rPr lang="zh-CN" altLang="en-US" dirty="0"/>
              <a:t>随机性</a:t>
            </a:r>
            <a:endParaRPr lang="en-US" altLang="zh-CN" dirty="0"/>
          </a:p>
          <a:p>
            <a:pPr lvl="1"/>
            <a:r>
              <a:rPr lang="zh-CN" altLang="en-US" dirty="0"/>
              <a:t>每局从零开始</a:t>
            </a:r>
            <a:endParaRPr lang="en-US" altLang="zh-CN" dirty="0"/>
          </a:p>
          <a:p>
            <a:pPr lvl="1"/>
            <a:r>
              <a:rPr lang="zh-CN" altLang="en-US" dirty="0"/>
              <a:t>构筑变化</a:t>
            </a:r>
            <a:endParaRPr lang="en-US" altLang="zh-CN" dirty="0"/>
          </a:p>
          <a:p>
            <a:pPr lvl="1"/>
            <a:r>
              <a:rPr lang="zh-CN" altLang="en-US" dirty="0"/>
              <a:t>高重复可玩性</a:t>
            </a:r>
          </a:p>
        </p:txBody>
      </p:sp>
    </p:spTree>
    <p:extLst>
      <p:ext uri="{BB962C8B-B14F-4D97-AF65-F5344CB8AC3E}">
        <p14:creationId xmlns:p14="http://schemas.microsoft.com/office/powerpoint/2010/main" val="2533620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5798B9-7766-FBB2-D964-E17F68FAF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078CA4-8CB1-5DF9-2CD0-DC3729C64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我希望角色能自动攻击敌人，以便我能专注于移动</a:t>
            </a:r>
            <a:endParaRPr lang="en-US" altLang="zh-CN" dirty="0"/>
          </a:p>
          <a:p>
            <a:r>
              <a:rPr lang="zh-CN" altLang="en-US" dirty="0"/>
              <a:t>我希望在角色装备新物品时能看到外观变化，以便获得更真实的沉浸感和反馈体验</a:t>
            </a:r>
            <a:endParaRPr lang="en-US" altLang="zh-CN" dirty="0"/>
          </a:p>
          <a:p>
            <a:r>
              <a:rPr lang="zh-CN" altLang="en-US" dirty="0"/>
              <a:t>我希望能提升角色的属性（如攻速、暴击、闪避），以便在后期面对更强的敌人</a:t>
            </a:r>
            <a:endParaRPr lang="en-US" altLang="zh-CN" dirty="0"/>
          </a:p>
          <a:p>
            <a:r>
              <a:rPr lang="zh-CN" altLang="en-US" dirty="0"/>
              <a:t>我希望能购买和装备不同武器，以便打造属于自己的战斗风格</a:t>
            </a:r>
            <a:endParaRPr lang="en-US" altLang="zh-CN" dirty="0"/>
          </a:p>
          <a:p>
            <a:r>
              <a:rPr lang="zh-CN" altLang="en-US" dirty="0"/>
              <a:t>我希望子弹打到墙上时能出现碎裂效果，以便获得更真实、更有反馈感的战斗体验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841707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50C4BE-FD7C-BE2A-EB7F-04D3DF3C2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9C2B56-2218-6078-648A-F2A73B38A7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我希望即使前期构筑不完美，我也能靠技术、判断、操作把局面救回来，以便保持玩家的掌控感与可逆性，而不是被随机性提前淘汰</a:t>
            </a:r>
            <a:endParaRPr lang="en-US" altLang="zh-CN" dirty="0"/>
          </a:p>
          <a:p>
            <a:r>
              <a:rPr lang="zh-CN" altLang="en-US" dirty="0"/>
              <a:t>我希望游戏的后期强度不依赖少数关键道具，而是让玩家即使没有抽到核心组件，也能通过技术、泛用属性或替代方案维持竞争力，以便保证玩家的前中期投入能够产生稳定的回报与可持续的成长感</a:t>
            </a:r>
            <a:endParaRPr lang="en-US" altLang="zh-CN" dirty="0"/>
          </a:p>
          <a:p>
            <a:r>
              <a:rPr lang="zh-CN" altLang="en-US" dirty="0"/>
              <a:t>我希望可以刷新商店里面的道具，以便玩家加速构筑的进度</a:t>
            </a:r>
          </a:p>
        </p:txBody>
      </p:sp>
    </p:spTree>
    <p:extLst>
      <p:ext uri="{BB962C8B-B14F-4D97-AF65-F5344CB8AC3E}">
        <p14:creationId xmlns:p14="http://schemas.microsoft.com/office/powerpoint/2010/main" val="1103349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732171-04AA-C94B-E6FA-49CECF4D1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B2AC7F-FB2C-DCEB-6C3A-8B3407391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我希望有存档机制，以便退出后可以继续之前的对局</a:t>
            </a:r>
            <a:endParaRPr lang="en-US" altLang="zh-CN" dirty="0"/>
          </a:p>
          <a:p>
            <a:r>
              <a:rPr lang="zh-CN" altLang="en-US" dirty="0"/>
              <a:t>我希望能有更多地图，以便增加新鲜感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0488091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4C21D2-2923-959E-31A7-81028CD54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挑战：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1EE70B-48C6-78D1-81D3-BC8C0978A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生成关卡</a:t>
            </a:r>
            <a:endParaRPr lang="en-US" altLang="zh-CN" dirty="0"/>
          </a:p>
          <a:p>
            <a:r>
              <a:rPr lang="en-US" altLang="zh-CN" dirty="0"/>
              <a:t>AI</a:t>
            </a:r>
            <a:r>
              <a:rPr lang="zh-CN" altLang="en-US" dirty="0"/>
              <a:t>辅助构筑推荐，系统根据玩家当前构筑推荐武器，道具，流派方向</a:t>
            </a:r>
            <a:endParaRPr lang="en-US" altLang="zh-CN" dirty="0"/>
          </a:p>
          <a:p>
            <a:r>
              <a:rPr lang="zh-CN" altLang="en-US" dirty="0"/>
              <a:t>多人联机（本地或局域网联机）</a:t>
            </a:r>
            <a:endParaRPr lang="en-US" altLang="zh-CN" dirty="0"/>
          </a:p>
          <a:p>
            <a:r>
              <a:rPr lang="zh-CN" altLang="en-US" dirty="0"/>
              <a:t>更真实的物理引擎：可破坏地形，粒子、流体物理</a:t>
            </a:r>
            <a:endParaRPr lang="en-US" altLang="zh-CN" dirty="0"/>
          </a:p>
          <a:p>
            <a:r>
              <a:rPr lang="zh-CN" altLang="en-US" dirty="0"/>
              <a:t>自动化平衡工具：自动模拟</a:t>
            </a:r>
            <a:r>
              <a:rPr lang="en-US" altLang="zh-CN" dirty="0"/>
              <a:t>1000</a:t>
            </a:r>
            <a:r>
              <a:rPr lang="zh-CN" altLang="en-US" dirty="0"/>
              <a:t>局，分析胜率，调整数值</a:t>
            </a:r>
          </a:p>
        </p:txBody>
      </p:sp>
    </p:spTree>
    <p:extLst>
      <p:ext uri="{BB962C8B-B14F-4D97-AF65-F5344CB8AC3E}">
        <p14:creationId xmlns:p14="http://schemas.microsoft.com/office/powerpoint/2010/main" val="196444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73BEFD-4A88-78A2-784D-956E02128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核心要求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156D34-A7A6-3AD2-933F-28CE67577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简单可行</a:t>
            </a:r>
            <a:endParaRPr lang="en-US" altLang="zh-CN" dirty="0"/>
          </a:p>
          <a:p>
            <a:r>
              <a:rPr lang="zh-CN" altLang="en-US" dirty="0"/>
              <a:t>故事吸引人（爽点，神秘，情绪，代入）</a:t>
            </a:r>
            <a:endParaRPr lang="en-US" altLang="zh-CN" dirty="0"/>
          </a:p>
          <a:p>
            <a:r>
              <a:rPr lang="zh-CN" altLang="en-US" dirty="0"/>
              <a:t>上手简单，上限高</a:t>
            </a:r>
            <a:endParaRPr lang="en-US" altLang="zh-CN" dirty="0"/>
          </a:p>
          <a:p>
            <a:r>
              <a:rPr lang="zh-CN" altLang="en-US" dirty="0"/>
              <a:t>爽</a:t>
            </a:r>
            <a:endParaRPr lang="en-US" altLang="zh-CN" dirty="0"/>
          </a:p>
          <a:p>
            <a:r>
              <a:rPr lang="zh-CN" altLang="en-US" dirty="0"/>
              <a:t>惩罚低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2652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87318E-0D23-8B89-9826-5D7E44FF6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核心玩法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E50E39-4264-D0C7-1E61-FBD6C18A6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大鱼吃小鱼小鱼吃虾米：变强，成就感</a:t>
            </a:r>
            <a:endParaRPr lang="en-US" altLang="zh-CN" dirty="0"/>
          </a:p>
          <a:p>
            <a:r>
              <a:rPr lang="zh-CN" altLang="en-US" dirty="0"/>
              <a:t>合成大西瓜：解压，成就感</a:t>
            </a:r>
            <a:endParaRPr lang="en-US" altLang="zh-CN" dirty="0"/>
          </a:p>
          <a:p>
            <a:r>
              <a:rPr lang="zh-CN" altLang="en-US" dirty="0"/>
              <a:t>闪翼双星，双人成型，双赢奇境，多道具多职业：新鲜感</a:t>
            </a:r>
            <a:endParaRPr lang="en-US" altLang="zh-CN" dirty="0"/>
          </a:p>
          <a:p>
            <a:r>
              <a:rPr lang="zh-CN" altLang="en-US" dirty="0"/>
              <a:t>泡泡的合并变大</a:t>
            </a:r>
            <a:endParaRPr lang="en-US" altLang="zh-CN" dirty="0"/>
          </a:p>
          <a:p>
            <a:r>
              <a:rPr lang="zh-CN" altLang="en-US" dirty="0"/>
              <a:t>程序员穿越电脑，画出回家的路（可能不爽）</a:t>
            </a:r>
            <a:endParaRPr lang="en-US" altLang="zh-CN" dirty="0"/>
          </a:p>
          <a:p>
            <a:r>
              <a:rPr lang="zh-CN" altLang="en-US" dirty="0"/>
              <a:t>程序员穿越电脑，闯关</a:t>
            </a:r>
            <a:endParaRPr lang="en-US" altLang="zh-CN" dirty="0"/>
          </a:p>
          <a:p>
            <a:r>
              <a:rPr lang="zh-CN" altLang="en-US" dirty="0"/>
              <a:t>在美食的世界闯关：不同美食不同的交互玩法（双影奇境牙牙）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69334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CFA788-8B2C-5AC1-08E4-9B8ADCACF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灵感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88F87E-4519-BDB3-BDE1-F21837D5A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横板闯关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两个角色，两个世界，同步行动，同时到达终点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射击，摸盒子，随机性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大众化，轻松机制，画风治愈，特效，交互艺术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文字冒险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过去的自己变成敌人 </a:t>
            </a:r>
            <a:r>
              <a:rPr lang="en-US" altLang="zh-CN" dirty="0"/>
              <a:t>/</a:t>
            </a:r>
            <a:r>
              <a:rPr lang="zh-CN" altLang="en-US" dirty="0"/>
              <a:t>肉鸽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57195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D42153-4DFC-25A0-B7CE-32B0183E2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CC60037-52DE-2B56-387D-89A91030B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什么是核心玩法？</a:t>
            </a:r>
            <a:endParaRPr lang="en-US" altLang="zh-CN" dirty="0"/>
          </a:p>
          <a:p>
            <a:r>
              <a:rPr lang="zh-CN" altLang="en-US" dirty="0"/>
              <a:t>第五人格：板区博弈，技能博弈，</a:t>
            </a:r>
            <a:endParaRPr lang="en-US" altLang="zh-CN" dirty="0"/>
          </a:p>
          <a:p>
            <a:r>
              <a:rPr lang="zh-CN" altLang="en-US" dirty="0"/>
              <a:t>原神：元素反应，战斗，动作</a:t>
            </a:r>
            <a:endParaRPr lang="en-US" altLang="zh-CN" dirty="0"/>
          </a:p>
          <a:p>
            <a:r>
              <a:rPr lang="zh-CN" altLang="en-US" dirty="0"/>
              <a:t>缺氧：资源循环，可持续发展</a:t>
            </a:r>
            <a:endParaRPr lang="en-US" altLang="zh-CN" dirty="0"/>
          </a:p>
          <a:p>
            <a:r>
              <a:rPr lang="zh-CN" altLang="en-US" dirty="0"/>
              <a:t>你画我猜：画画，默契</a:t>
            </a:r>
            <a:endParaRPr lang="en-US" altLang="zh-CN" dirty="0"/>
          </a:p>
          <a:p>
            <a:r>
              <a:rPr lang="zh-CN" altLang="en-US" dirty="0"/>
              <a:t>最后一战：搜地图，射击，近战拳头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32868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</TotalTime>
  <Words>546</Words>
  <Application>Microsoft Office PowerPoint</Application>
  <PresentationFormat>宽屏</PresentationFormat>
  <Paragraphs>55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等线 Light</vt:lpstr>
      <vt:lpstr>Arial</vt:lpstr>
      <vt:lpstr>Office 主题​​</vt:lpstr>
      <vt:lpstr>PowerPoint 演示文稿</vt:lpstr>
      <vt:lpstr>自动战斗射击+随即构筑+肉鸽游戏</vt:lpstr>
      <vt:lpstr>PowerPoint 演示文稿</vt:lpstr>
      <vt:lpstr>PowerPoint 演示文稿</vt:lpstr>
      <vt:lpstr>PowerPoint 演示文稿</vt:lpstr>
      <vt:lpstr>挑战：</vt:lpstr>
      <vt:lpstr>核心要求</vt:lpstr>
      <vt:lpstr>核心玩法</vt:lpstr>
      <vt:lpstr>灵感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c23190</dc:creator>
  <cp:lastModifiedBy>c23190</cp:lastModifiedBy>
  <cp:revision>6</cp:revision>
  <dcterms:created xsi:type="dcterms:W3CDTF">2026-01-21T18:42:57Z</dcterms:created>
  <dcterms:modified xsi:type="dcterms:W3CDTF">2026-01-30T00:12:38Z</dcterms:modified>
</cp:coreProperties>
</file>